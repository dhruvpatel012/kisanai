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6653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66534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Crop Disease Detection &amp; Smart Agriculture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0116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93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• 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66534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987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766560" y="1426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0574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66534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130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2569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66534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2735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3712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0" y="137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234440"/>
            <a:ext cx="1097280" cy="10972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Patel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2834640"/>
            <a:ext cx="2651760" cy="329184"/>
          </a:xfrm>
          <a:prstGeom prst="roundRect">
            <a:avLst>
              <a:gd name="adj" fmla="val 27778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346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FastAPI  •  MongoDB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8444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React Development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&amp; Database Design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Cloud Deployment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Infrastructure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1097280" cy="10972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Patel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40680" y="2834640"/>
            <a:ext cx="265176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8346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•  HuggingFace  •  Groq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58444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Model Training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 System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&amp; Soil Analysis APIs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Farmers Face a Silent Crisis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Crop Loss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40 percent of crops lost annually due to undetected diseases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77840" y="15361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Rural Expert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848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2 percent of farmers have access to agricultural experts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307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agricultural tools only available in English, not Hindi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7784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Diagnosis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307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Lab-based diagnosis takes days. Farmers lose critical treatment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45152"/>
            <a:ext cx="8412480" cy="365760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140 million farmers — less than 2% have timely crop disease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KisanAI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Detect. Treat. — In under 5 seconds, on any phone.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554480" cy="2468880"/>
          </a:xfrm>
          <a:prstGeom prst="roundRect">
            <a:avLst>
              <a:gd name="adj" fmla="val 8824"/>
            </a:avLst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874520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photo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737360"/>
            <a:ext cx="1554480" cy="2468880"/>
          </a:xfrm>
          <a:prstGeom prst="roundRect">
            <a:avLst>
              <a:gd name="adj" fmla="val 8824"/>
            </a:avLst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74520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1460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3291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737360"/>
            <a:ext cx="1554480" cy="2468880"/>
          </a:xfrm>
          <a:prstGeom prst="roundRect">
            <a:avLst>
              <a:gd name="adj" fmla="val 8824"/>
            </a:avLst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874520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056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291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1737360"/>
            <a:ext cx="1554480" cy="2468880"/>
          </a:xfrm>
          <a:prstGeom prst="roundRect">
            <a:avLst>
              <a:gd name="adj" fmla="val 8824"/>
            </a:avLst>
          </a:prstGeom>
          <a:solidFill>
            <a:srgbClr val="166534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85432" y="1874520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885432" y="1874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4652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32918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treatment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given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66544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32504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98464" y="2743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434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kisan-ai-sandy.vercel.app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886200"/>
          </a:xfrm>
          <a:prstGeom prst="roundRect">
            <a:avLst>
              <a:gd name="adj" fmla="val 517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Patel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886200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Patel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Python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Async Driver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+ Vercel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651760" cy="3886200"/>
          </a:xfrm>
          <a:prstGeom prst="roundRect">
            <a:avLst>
              <a:gd name="adj" fmla="val 517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/ 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Patel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54K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Vision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PlantNet API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farmer needs in one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99032"/>
            <a:ext cx="594360" cy="594360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399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399032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399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Smart Scanners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76479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+ Plant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Soil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6792" y="1399032"/>
            <a:ext cx="594360" cy="59436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3990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🌤️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Widget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176479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" y="3182112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3182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Potato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guides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3182112"/>
            <a:ext cx="594360" cy="594360"/>
          </a:xfrm>
          <a:prstGeom prst="ellipse">
            <a:avLst/>
          </a:prstGeom>
          <a:solidFill>
            <a:srgbClr val="F3E8FF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3182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148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354787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Hindi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017520"/>
            <a:ext cx="26517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6792" y="3182112"/>
            <a:ext cx="594360" cy="59436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182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4088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547872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AI-Powered Scanners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07008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7043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124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Scanner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1435608"/>
            <a:ext cx="137160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4356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+ Prem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model • 38 disease classes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54K training images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23444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234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34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32320" y="123444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234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0" y="167335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6733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Steps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167335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733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Advice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0" y="167335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6733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Diseases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8229600" cy="1207008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249631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4963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🪴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24505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Identifier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554480" y="2761488"/>
            <a:ext cx="1371600" cy="219456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27614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Patel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5448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PlantNet Vision API • Any plant species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database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256032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603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Name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256032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5603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20640" y="299923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99923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Family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99923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99923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703320"/>
            <a:ext cx="8229600" cy="1207008"/>
          </a:xfrm>
          <a:prstGeom prst="roundRect">
            <a:avLst>
              <a:gd name="adj" fmla="val 1136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3822192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8221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554480" y="3776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Soil Analyzer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554480" y="4087368"/>
            <a:ext cx="1371600" cy="219456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54480" y="40873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Patel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5448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 Vision • Soil quality analysis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Crop recommendations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20640" y="38862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886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38862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886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Level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32320" y="38862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38862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20640" y="43251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43251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26480" y="43251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43251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Crops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132320" y="43251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43251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Crops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Prem Patel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49440" y="41148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411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 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54,000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5960" y="132588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9019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224px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132588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19019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Finetune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132588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19019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1325880"/>
            <a:ext cx="1371600" cy="2377440"/>
          </a:xfrm>
          <a:prstGeom prst="roundRect">
            <a:avLst>
              <a:gd name="adj" fmla="val 10000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190195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542032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64208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55848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47488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39128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/analyze — Disease Detection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3552" y="39776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🪴 /identify — Plant 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977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/land — Soil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— Dhruv Patel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886200"/>
          </a:xfrm>
          <a:prstGeom prst="roundRect">
            <a:avLst>
              <a:gd name="adj" fmla="val 352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 — 12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Register with validation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real MongoDB data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Scanner type selection UI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 result page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identification result page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analysis result page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with bulk delete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 library + search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password change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Hindi bilingual UI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widget with GPS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support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3886200"/>
          </a:xfrm>
          <a:prstGeom prst="roundRect">
            <a:avLst>
              <a:gd name="adj" fmla="val 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— 11 Endpoints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64208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register + login + me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with validation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analyze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identify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soil analyze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GET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delete scans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cache system 99% faster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update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endpoint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651760" cy="4069080"/>
          </a:xfrm>
          <a:prstGeom prst="roundRect">
            <a:avLst>
              <a:gd name="adj" fmla="val 517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Ephemeral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crop images deleted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server restart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Base64 encoding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MongoDB Atlas.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image persistence.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651760" cy="4069080"/>
          </a:xfrm>
          <a:prstGeom prst="roundRect">
            <a:avLst>
              <a:gd name="adj" fmla="val 517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0058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3898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passlib + bcrypt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901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passlib 2020 not compatible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bcrypt 4.x causing 500 errors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523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83280" y="28346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bcrypt directly.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passlib dependency.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hashing.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868680"/>
            <a:ext cx="2651760" cy="4069080"/>
          </a:xfrm>
          <a:prstGeom prst="roundRect">
            <a:avLst>
              <a:gd name="adj" fmla="val 517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058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005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 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3898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2.15s Load 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9019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causing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 load very slowly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2523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28346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2186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backend cache.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 dropped to 14ms.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 performance gain.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6653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66534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for KisanAI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389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Offline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without internet in remote farms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1887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35331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50792" y="1389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1965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Hindi crop advisor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5331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389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sensors + auto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07792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7238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6850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Gujarati, Marathi, Tamil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2907792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07238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50792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Heatmaps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10712" y="36850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outbreak tracking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2907792"/>
            <a:ext cx="2606040" cy="1554480"/>
          </a:xfrm>
          <a:prstGeom prst="roundRect">
            <a:avLst>
              <a:gd name="adj" fmla="val 8824"/>
            </a:avLst>
          </a:prstGeom>
          <a:solidFill>
            <a:srgbClr val="166534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72384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36850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fertilizers from diagnosis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KisanAI — Live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320040"/>
          </a:xfrm>
          <a:prstGeom prst="roundRect">
            <a:avLst>
              <a:gd name="adj" fmla="val 34286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55648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1755648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31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Weather + Scan Cards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023360" cy="320040"/>
          </a:xfrm>
          <a:prstGeom prst="roundRect">
            <a:avLst>
              <a:gd name="adj" fmla="val 34286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Result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481328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755648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1755648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31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— 92.5% Confidence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4023360" cy="320040"/>
          </a:xfrm>
          <a:prstGeom prst="roundRect">
            <a:avLst>
              <a:gd name="adj" fmla="val 34286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Identifier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84448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3584448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ID — Scientific Name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80360"/>
            <a:ext cx="4023360" cy="320040"/>
          </a:xfrm>
          <a:prstGeom prst="roundRect">
            <a:avLst>
              <a:gd name="adj" fmla="val 34286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Analyzer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310128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3584448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3584448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D1D5D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Analysis — Crop Recs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4645152"/>
            <a:ext cx="4572000" cy="365760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0" y="4645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Live: kisan-ai-sandy.vercel.app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6653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16A3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66534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3657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🌱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KisanAI — Smart Agriculture at Your Fingertips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Patel  •  Prem Patel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 App
</a:t>
            </a:r>
            <a:pPr algn="ctr"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kisan-ai-sandy.vercel.app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16052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 API
</a:t>
            </a:r>
            <a:pPr algn="ctr"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kisanai-nl3x.onrender.com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416052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Service
</a:t>
            </a:r>
            <a:pPr algn="ctr"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prem2116-kisanai-ml.hf.space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KisanAI Presentation</dc:title>
  <dc:subject>PptxGenJS Presentation</dc:subject>
  <dc:creator>PptxGenJS</dc:creator>
  <cp:lastModifiedBy>PptxGenJS</cp:lastModifiedBy>
  <cp:revision>1</cp:revision>
  <dcterms:created xsi:type="dcterms:W3CDTF">2026-07-20T07:00:02Z</dcterms:created>
  <dcterms:modified xsi:type="dcterms:W3CDTF">2026-07-20T07:00:02Z</dcterms:modified>
</cp:coreProperties>
</file>